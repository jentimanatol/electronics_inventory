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5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27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83680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Inventory AI Assistant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0058400" y="658368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D9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Anatolie Jentimir</a:t>
            </a:r>
            <a:endParaRPr lang="en-US" sz="8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12191695" cy="6272784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685800"/>
            <a:ext cx="10972800" cy="53492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9601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General Inventory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AI Assistant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86968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8506A"/>
                </a:solidFill>
              </a:rPr>
              <a:t>Private RAG + trained intent classification for a deployed inventory web app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2852928"/>
            <a:ext cx="2148840" cy="256032"/>
          </a:xfrm>
          <a:prstGeom prst="rect">
            <a:avLst/>
          </a:prstGeom>
          <a:solidFill>
            <a:srgbClr val="DCEBFF"/>
          </a:solidFill>
          <a:ln>
            <a:solidFill>
              <a:srgbClr val="B8D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Track D: Systems / deployment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18688" y="2852928"/>
            <a:ext cx="1691640" cy="256032"/>
          </a:xfrm>
          <a:prstGeom prst="rect">
            <a:avLst/>
          </a:prstGeom>
          <a:solidFill>
            <a:srgbClr val="DCEBFF"/>
          </a:solidFill>
          <a:ln>
            <a:solidFill>
              <a:srgbClr val="B8D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LLM-style workflow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3364992"/>
            <a:ext cx="38862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43446"/>
                </a:solidFill>
              </a:rPr>
              <a:t>• Natural-language inventory questions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43446"/>
                </a:solidFill>
              </a:rPr>
              <a:t>• Grounded answers from SQLite records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43446"/>
                </a:solidFill>
              </a:rPr>
              <a:t>• No paid API or GPU needed in production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</a:rPr>
              <a:t>Team member: Anatolie Jentimir</a:t>
            </a:r>
            <a:endParaRPr lang="en-US" sz="1150" dirty="0"/>
          </a:p>
        </p:txBody>
      </p:sp>
      <p:pic>
        <p:nvPicPr>
          <p:cNvPr id="10" name="Image 0" descr="/mnt/data/image(17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896112"/>
            <a:ext cx="5989320" cy="4617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0" y="55321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i="1" dirty="0">
                <a:solidFill>
                  <a:srgbClr val="5C6B7A"/>
                </a:solidFill>
              </a:rPr>
              <a:t>Live /ai page with answer panel, diagnostics, and category chips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Problem and success criteria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Why natural-language inventory support matters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520440" cy="43434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Problem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288036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Manual search is slow when items are spread across boxes, drawers, and locations.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Exact keyword search fails when users ask naturally.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Users need summaries, prices, duplicates, and restock warnings.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2971800" cy="4343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D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Example questions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920240"/>
            <a:ext cx="23317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“Show all items”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“Show categories”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“Do I have textbooks?”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“What should I restock?”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“What is my inventory worth?”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818120" y="1234440"/>
            <a:ext cx="3611880" cy="434340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BBD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924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Success means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92440" y="1920240"/>
            <a:ext cx="288036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Answer from current database rows only.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Handle common wording variations.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Show evidence for transparency.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Stay stable on Railway without heavy inference.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Data and system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Private SQLite data plus a lightweight AI workflow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69951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Deployed AI workflow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4206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Production answers stay lightweight, grounded, and private.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395728"/>
            <a:ext cx="1417320" cy="8229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25237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SQLite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41832" y="278892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items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qty + price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location + tags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761488" y="1847088"/>
            <a:ext cx="1737360" cy="86868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97510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Intent model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show all / search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category / restock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value / duplicate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761488" y="3246120"/>
            <a:ext cx="1737360" cy="8686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34640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RAG retrieval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834640" y="363931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text rows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normalization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ranked evidence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074920" y="2578608"/>
            <a:ext cx="1371600" cy="896112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8072" y="270662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Answer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148072" y="2971800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grounded reply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weak-match refusal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summaries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629400" y="2578608"/>
            <a:ext cx="868680" cy="896112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02552" y="2706624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Web UI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702552" y="2971800"/>
            <a:ext cx="722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/ai page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evidence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diagnostics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286000" y="2788920"/>
            <a:ext cx="45720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0" y="2788920"/>
            <a:ext cx="457200" cy="886968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98848" y="2286000"/>
            <a:ext cx="576072" cy="50292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98848" y="3675888"/>
            <a:ext cx="576072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6520" y="3017520"/>
            <a:ext cx="18288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09560" y="1234440"/>
            <a:ext cx="3520440" cy="39776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8388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Data statement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183880" y="1938528"/>
            <a:ext cx="2816352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Primary corpus: private SQLite items table.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Fields: category, type, value/model, quantity, price, location, tags, notes.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Final demo: 6 unique rows, 40 total quantity, $260 estimated value.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No public benchmark data is required for deployment.</a:t>
            </a:r>
            <a:endParaRPr lang="en-US" sz="1380" dirty="0"/>
          </a:p>
        </p:txBody>
      </p:sp>
      <p:sp>
        <p:nvSpPr>
          <p:cNvPr id="30" name="Shape 28"/>
          <p:cNvSpPr/>
          <p:nvPr/>
        </p:nvSpPr>
        <p:spPr>
          <a:xfrm>
            <a:off x="685800" y="5532120"/>
            <a:ext cx="6903720" cy="5943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6112" y="5715000"/>
            <a:ext cx="6355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46"/>
                </a:solidFill>
              </a:rPr>
              <a:t>Design reason: it solves a real application problem while keeping private data local and compute realistic.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Improved method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A general inventory AI pipeline, not a single-category search tool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2971800" cy="4526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C8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Baseline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4B00"/>
                </a:solidFill>
              </a:rPr>
              <a:t>Literal search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33172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Works for exact item names.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Weak for categories, prices, restock, and natural phrasing.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No special handling for “show everything” style commands.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i="1" dirty="0">
                <a:solidFill>
                  <a:srgbClr val="5C6B7A"/>
                </a:solidFill>
              </a:rPr>
              <a:t>Good starting point, but limited.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06908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Final pipeline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977640" y="1691640"/>
            <a:ext cx="2743200" cy="102412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42232" y="1892808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42232" y="19568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1144" y="18562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Textify rows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81144" y="21488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446"/>
                </a:solidFill>
              </a:rPr>
              <a:t>Turn each item record into a searchable document.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977640" y="2907792"/>
            <a:ext cx="2743200" cy="1024128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42232" y="3108960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42232" y="317296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81144" y="30723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Normalize language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81144" y="336499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446"/>
                </a:solidFill>
              </a:rPr>
              <a:t>Handle common wording, item names, categories, and plural forms.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977640" y="4123944"/>
            <a:ext cx="2743200" cy="1024128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42232" y="4325112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42232" y="43891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81144" y="42885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Rank evidence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81144" y="45811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446"/>
                </a:solidFill>
              </a:rPr>
              <a:t>Score likely database rows using lightweight retrieval.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349240" y="2724912"/>
            <a:ext cx="0" cy="164592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49240" y="3941064"/>
            <a:ext cx="0" cy="164592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78040" y="1234440"/>
            <a:ext cx="4315968" cy="45262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DD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5236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Intent + grounded answer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52360" y="1965960"/>
            <a:ext cx="34290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Intent model routes commands: list all, categories, search, restock, value, duplicates.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Answer generator uses only retrieved database evidence.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Weak matches return a safe “not found” message instead of hallucinating.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Optional offline Transformer prototype is kept separate from production startup.</a:t>
            </a:r>
            <a:endParaRPr lang="en-US" sz="1390" dirty="0"/>
          </a:p>
        </p:txBody>
      </p:sp>
      <p:sp>
        <p:nvSpPr>
          <p:cNvPr id="30" name="Shape 28"/>
          <p:cNvSpPr/>
          <p:nvPr/>
        </p:nvSpPr>
        <p:spPr>
          <a:xfrm>
            <a:off x="3639312" y="3474720"/>
            <a:ext cx="256032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48272" y="3474720"/>
            <a:ext cx="329184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589788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F3A"/>
                </a:solidFill>
              </a:rPr>
              <a:t>Result: general inventory questions become structured, explainable answers.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Training, compute, and deployment decisions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Small models in production; larger experiments stay offline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337560" cy="452628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Production path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1938528"/>
            <a:ext cx="260604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FastAPI + SQLite on Railway.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CPU-only retrieval and answer generation.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Intent model trains instantly from local example phrases.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Safe migration added price to old databases.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154680" cy="452628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C8D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90872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Class experiment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4690872" y="1938528"/>
            <a:ext cx="2487168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Tiny decoder-only Transformer file included for offline learning.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Decoder lab demonstrates greedy search, sampling, beam search, and deployment tradeoffs.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Not loaded by Railway startup.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955280" y="1234440"/>
            <a:ext cx="3520440" cy="45262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2D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11312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Compute realism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8211312" y="1938528"/>
            <a:ext cx="27432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No GPU required for the deployed system.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No paid API key required.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Lower memory use and faster cold starts.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Reproducible on a normal laptop.</a:t>
            </a:r>
            <a:endParaRPr lang="en-US" sz="14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Evaluation and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Component-level checks plus live functional testing</a:t>
            </a:r>
            <a:endParaRPr lang="en-US" sz="1050" dirty="0"/>
          </a:p>
        </p:txBody>
      </p:sp>
      <p:pic>
        <p:nvPicPr>
          <p:cNvPr id="4" name="Image 0" descr="/mnt/data/doc_assets/intent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61872"/>
            <a:ext cx="5303520" cy="2514600"/>
          </a:xfrm>
          <a:prstGeom prst="rect">
            <a:avLst/>
          </a:prstGeom>
        </p:spPr>
      </p:pic>
      <p:pic>
        <p:nvPicPr>
          <p:cNvPr id="5" name="Image 1" descr="/mnt/data/doc_assets/plural_retrie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61872"/>
            <a:ext cx="5303520" cy="2514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3977640"/>
            <a:ext cx="10652760" cy="14173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24128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B1F3A"/>
                </a:solidFill>
              </a:rPr>
              <a:t>Key findings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4128" y="4553712"/>
            <a:ext cx="99212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43446"/>
                </a:solidFill>
              </a:rPr>
              <a:t>• Intent routing improved structured command handling on synthetic test questions.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243446"/>
                </a:solidFill>
              </a:rPr>
              <a:t>• Word normalization improved retrieval for common item wording variations.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243446"/>
                </a:solidFill>
              </a:rPr>
              <a:t>• Live tests passed for show-all, category summary, item lookup, restock warning, duplicate check, and inventory value.</a:t>
            </a:r>
            <a:endParaRPr lang="en-US" sz="1240" dirty="0"/>
          </a:p>
        </p:txBody>
      </p:sp>
      <p:sp>
        <p:nvSpPr>
          <p:cNvPr id="9" name="Text 5"/>
          <p:cNvSpPr/>
          <p:nvPr/>
        </p:nvSpPr>
        <p:spPr>
          <a:xfrm>
            <a:off x="1005840" y="5641848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Diagnostics are shown directly in the app: record count, total quantity, value estimate, low-stock warnings, duplicate groups, and top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Responsible AI and limitations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Grounded answers are safer than free-form generation for private inventory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257800" cy="45262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DD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Responsible AI choices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51560" y="1938528"/>
            <a:ext cx="443484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Inventory data can include private locations, photos, and prices.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The production assistant does not need external LLM API calls.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Evidence rows are visible for transparency.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Weak matches should be refused, not invented.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074920" cy="45262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2C8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Limitations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583680" y="1938528"/>
            <a:ext cx="425196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Small private dataset, not a benchmark-scale study.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Intent examples are compact and can miss unusual phrasing.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Normalization handles common cases, not unlimited vocabulary.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Offline Transformer prototype is educational, not production-grade.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Conclusion and future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A practical deployed system with a clear path for improvement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120640" cy="448056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Conclusion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78992" y="1965960"/>
            <a:ext cx="4343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The system upgrades a working inventory app with a useful AI layer.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It answers general inventory questions using grounded database evidence.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The design balances AI capability, privacy, reproducibility, and deployment stability.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1078992" y="457200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C6B7A"/>
                </a:solidFill>
              </a:rPr>
              <a:t>Main lesson: for a real deployed app, a small grounded AI workflow can be more useful than a heavy model that is expensive or unstable to serve.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074920" cy="448056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BBD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Future work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37960" y="1965960"/>
            <a:ext cx="42519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Add spelling correction and better synonym support.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Add charts for value by category and stock over time.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Add barcode support and CSV import/export.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Create a larger fixed evaluation set.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Improve project-kit recommendations.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822960" y="58978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928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UMass Lowell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Inventory AI Assistant</dc:title>
  <dc:subject>Final project presentation</dc:subject>
  <dc:creator>Anatolie Jentimir</dc:creator>
  <cp:lastModifiedBy>Jentimir, Anatolie</cp:lastModifiedBy>
  <cp:revision>3</cp:revision>
  <dcterms:created xsi:type="dcterms:W3CDTF">2026-04-28T20:54:09Z</dcterms:created>
  <dcterms:modified xsi:type="dcterms:W3CDTF">2026-04-28T22:37:39Z</dcterms:modified>
</cp:coreProperties>
</file>